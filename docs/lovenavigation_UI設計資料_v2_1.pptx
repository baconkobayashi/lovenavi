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6172200" cy="8686800"/>
  <p:notesSz cx="8686800" cy="6172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34A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0"/>
            <a:ext cx="5257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lovenavigation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566160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EED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UI設計資料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EED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MVP画面ワイヤーフレーム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0" y="4663440"/>
            <a:ext cx="2514600" cy="0"/>
          </a:xfrm>
          <a:prstGeom prst="line">
            <a:avLst/>
          </a:prstGeom>
          <a:noFill/>
          <a:ln w="19050">
            <a:solidFill>
              <a:srgbClr val="AFA9E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544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ランディングページ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5440680" cy="22860"/>
          </a:xfrm>
          <a:prstGeom prst="rect">
            <a:avLst/>
          </a:prstGeom>
          <a:solidFill>
            <a:srgbClr val="E0DED8"/>
          </a:solidFill>
          <a:ln w="12700">
            <a:solidFill>
              <a:srgbClr val="E0D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56032"/>
            <a:ext cx="5897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1100" dirty="0"/>
          </a:p>
        </p:txBody>
      </p:sp>
      <p:pic>
        <p:nvPicPr>
          <p:cNvPr id="5" name="Image 0" descr="/home/claude/screen_01_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8146" y="868680"/>
            <a:ext cx="2255908" cy="7589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544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ホーム画面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5440680" cy="22860"/>
          </a:xfrm>
          <a:prstGeom prst="rect">
            <a:avLst/>
          </a:prstGeom>
          <a:solidFill>
            <a:srgbClr val="E0DED8"/>
          </a:solidFill>
          <a:ln w="12700">
            <a:solidFill>
              <a:srgbClr val="E0D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56032"/>
            <a:ext cx="5897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100" dirty="0"/>
          </a:p>
        </p:txBody>
      </p:sp>
      <p:pic>
        <p:nvPicPr>
          <p:cNvPr id="5" name="Image 0" descr="/home/claude/screen_02_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4877" y="868680"/>
            <a:ext cx="3362446" cy="7589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544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初回アプローチ — 入力（ステップ1）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5440680" cy="22860"/>
          </a:xfrm>
          <a:prstGeom prst="rect">
            <a:avLst/>
          </a:prstGeom>
          <a:solidFill>
            <a:srgbClr val="E0DED8"/>
          </a:solidFill>
          <a:ln w="12700">
            <a:solidFill>
              <a:srgbClr val="E0D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56032"/>
            <a:ext cx="5897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100" dirty="0"/>
          </a:p>
        </p:txBody>
      </p:sp>
      <p:pic>
        <p:nvPicPr>
          <p:cNvPr id="5" name="Image 0" descr="/home/claude/screen_03_first_approach_ste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4877" y="868680"/>
            <a:ext cx="3362446" cy="7589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544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初回アプローチ — 入力（ステップ2）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5440680" cy="22860"/>
          </a:xfrm>
          <a:prstGeom prst="rect">
            <a:avLst/>
          </a:prstGeom>
          <a:solidFill>
            <a:srgbClr val="E0DED8"/>
          </a:solidFill>
          <a:ln w="12700">
            <a:solidFill>
              <a:srgbClr val="E0D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56032"/>
            <a:ext cx="5897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100" dirty="0"/>
          </a:p>
        </p:txBody>
      </p:sp>
      <p:pic>
        <p:nvPicPr>
          <p:cNvPr id="5" name="Image 0" descr="/home/claude/screen_04_first_approach_step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4877" y="868680"/>
            <a:ext cx="3362446" cy="7589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544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生成結果画面（初回アプローチ）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5440680" cy="22860"/>
          </a:xfrm>
          <a:prstGeom prst="rect">
            <a:avLst/>
          </a:prstGeom>
          <a:solidFill>
            <a:srgbClr val="E0DED8"/>
          </a:solidFill>
          <a:ln w="12700">
            <a:solidFill>
              <a:srgbClr val="E0D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56032"/>
            <a:ext cx="5897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100" dirty="0"/>
          </a:p>
        </p:txBody>
      </p:sp>
      <p:pic>
        <p:nvPicPr>
          <p:cNvPr id="5" name="Image 0" descr="/home/claude/screen_05_result_fir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4877" y="868680"/>
            <a:ext cx="3362446" cy="7589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544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メール返信 — 入力画面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5440680" cy="22860"/>
          </a:xfrm>
          <a:prstGeom prst="rect">
            <a:avLst/>
          </a:prstGeom>
          <a:solidFill>
            <a:srgbClr val="E0DED8"/>
          </a:solidFill>
          <a:ln w="12700">
            <a:solidFill>
              <a:srgbClr val="E0D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56032"/>
            <a:ext cx="5897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100" dirty="0"/>
          </a:p>
        </p:txBody>
      </p:sp>
      <p:pic>
        <p:nvPicPr>
          <p:cNvPr id="5" name="Image 0" descr="/home/claude/screen_06_reply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1132" y="868680"/>
            <a:ext cx="2889935" cy="7589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544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生成結果画面（メール返信）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5440680" cy="22860"/>
          </a:xfrm>
          <a:prstGeom prst="rect">
            <a:avLst/>
          </a:prstGeom>
          <a:solidFill>
            <a:srgbClr val="E0DED8"/>
          </a:solidFill>
          <a:ln w="12700">
            <a:solidFill>
              <a:srgbClr val="E0D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56032"/>
            <a:ext cx="5897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100" dirty="0"/>
          </a:p>
        </p:txBody>
      </p:sp>
      <p:pic>
        <p:nvPicPr>
          <p:cNvPr id="5" name="Image 0" descr="/home/claude/screen_07_result_rep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4877" y="868680"/>
            <a:ext cx="3362446" cy="7589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544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マイページ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5440680" cy="22860"/>
          </a:xfrm>
          <a:prstGeom prst="rect">
            <a:avLst/>
          </a:prstGeom>
          <a:solidFill>
            <a:srgbClr val="E0DED8"/>
          </a:solidFill>
          <a:ln w="12700">
            <a:solidFill>
              <a:srgbClr val="E0D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56032"/>
            <a:ext cx="5897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1100" dirty="0"/>
          </a:p>
        </p:txBody>
      </p:sp>
      <p:pic>
        <p:nvPicPr>
          <p:cNvPr id="5" name="Image 0" descr="/home/claude/screen_08_my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2377" y="868680"/>
            <a:ext cx="2667446" cy="7589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lovenavigation UI設計資料</dc:title>
  <dc:subject>PptxGenJS Presentation</dc:subject>
  <dc:creator>PptxGenJS</dc:creator>
  <cp:lastModifiedBy>PptxGenJS</cp:lastModifiedBy>
  <cp:revision>1</cp:revision>
  <dcterms:created xsi:type="dcterms:W3CDTF">2026-04-07T01:06:53Z</dcterms:created>
  <dcterms:modified xsi:type="dcterms:W3CDTF">2026-04-07T01:06:53Z</dcterms:modified>
</cp:coreProperties>
</file>